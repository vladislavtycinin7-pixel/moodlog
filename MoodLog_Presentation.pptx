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pt-workspace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495800" y="990154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498104"/>
            <a:ext cx="8595211" cy="62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MoodLog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4320" y="2178695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800"/>
              </a:spcBef>
              <a:buNone/>
            </a:pPr>
            <a:r>
              <a:rPr lang="en-US" sz="1800" dirty="0">
                <a:solidFill>
                  <a:srgbClr val="BFBED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твой личный дневник настроения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267200" y="2826395"/>
            <a:ext cx="609600" cy="3810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841629" y="3169295"/>
            <a:ext cx="5460742" cy="329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Понимай свои эмоции. Управляй своим состоянием.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02485" y="3880247"/>
            <a:ext cx="47464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spcBef>
                <a:spcPts val="3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1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Зачем нужен дневник настроения?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31652"/>
            <a:ext cx="507950" cy="3810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072902"/>
            <a:ext cx="7924800" cy="730002"/>
          </a:xfrm>
          <a:prstGeom prst="roundRect">
            <a:avLst>
              <a:gd name="adj" fmla="val 1391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7725" y="12601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79587" y="1355378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5675" y="1260128"/>
            <a:ext cx="7634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Постоянно устаю, но не понимаю почему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1955304"/>
            <a:ext cx="7924800" cy="730002"/>
          </a:xfrm>
          <a:prstGeom prst="roundRect">
            <a:avLst>
              <a:gd name="adj" fmla="val 1391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214253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79587" y="2237780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5675" y="2142530"/>
            <a:ext cx="7634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Кажется, что настроение скачет непредсказуемо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837706"/>
            <a:ext cx="7924800" cy="730002"/>
          </a:xfrm>
          <a:prstGeom prst="roundRect">
            <a:avLst>
              <a:gd name="adj" fmla="val 1391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7725" y="302493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9587" y="3120182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55675" y="3024932"/>
            <a:ext cx="7634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Не могу понять, что мне помогает, а что портит день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3360" y="3770858"/>
            <a:ext cx="863600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Большинство людей не отслеживают своё состояние — и поэтому не могут им управлять.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5376602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MoodLog решает эту проблему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46027"/>
            <a:ext cx="50750" cy="457200"/>
          </a:xfrm>
          <a:prstGeom prst="roundRect">
            <a:avLst>
              <a:gd name="adj" fmla="val 50049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520726"/>
            <a:ext cx="8331250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Записывать настроение каждый день за 30 секунд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50" y="1843236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Простой интерфейс — сдвинь ползунок, добавь детали, готово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2293739"/>
            <a:ext cx="50750" cy="457200"/>
          </a:xfrm>
          <a:prstGeom prst="roundRect">
            <a:avLst>
              <a:gd name="adj" fmla="val 50049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2268438"/>
            <a:ext cx="8331250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Видеть закономерности и тренды на графиках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750" y="2590949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Автоматическая аналитика показывает, что влияет на состояние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3041452"/>
            <a:ext cx="50750" cy="457200"/>
          </a:xfrm>
          <a:prstGeom prst="roundRect">
            <a:avLst>
              <a:gd name="adj" fmla="val 50049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3016151"/>
            <a:ext cx="8331250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Понимать, что влияет на ваше состояние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750" y="3338661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Связь сна, событий и настроения — всё на одном экране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" y="3789164"/>
            <a:ext cx="50750" cy="457200"/>
          </a:xfrm>
          <a:prstGeom prst="roundRect">
            <a:avLst>
              <a:gd name="adj" fmla="val 50049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2750" y="3763863"/>
            <a:ext cx="8331250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Отслеживать сон и его связь с настроением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750" y="4086374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Как продолжительность сна отражается на вашем дне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13748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Три простых шага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73101" y="1015901"/>
            <a:ext cx="660350" cy="660350"/>
          </a:xfrm>
          <a:prstGeom prst="roundRect">
            <a:avLst>
              <a:gd name="adj" fmla="val 138472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18518" y="1193602"/>
            <a:ext cx="2339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1656" y="1803202"/>
            <a:ext cx="2323240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Отметь настроение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5779" y="2143423"/>
            <a:ext cx="2815144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Передвинь ползунок от 1 до 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251" y="1219051"/>
            <a:ext cx="406301" cy="38100"/>
          </a:xfrm>
          <a:prstGeom prst="rect">
            <a:avLst/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73352" y="1015901"/>
            <a:ext cx="660350" cy="660350"/>
          </a:xfrm>
          <a:prstGeom prst="roundRect">
            <a:avLst>
              <a:gd name="adj" fmla="val 138472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18770" y="1193602"/>
            <a:ext cx="2339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060031" y="1803202"/>
            <a:ext cx="1886992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Добавь детали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50164" y="2143423"/>
            <a:ext cx="2506876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Сколько спал, что хорошего и плохого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502" y="1219051"/>
            <a:ext cx="406301" cy="38100"/>
          </a:xfrm>
          <a:prstGeom prst="rect">
            <a:avLst/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73603" y="1015901"/>
            <a:ext cx="660350" cy="660350"/>
          </a:xfrm>
          <a:prstGeom prst="roundRect">
            <a:avLst>
              <a:gd name="adj" fmla="val 138472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19021" y="1193602"/>
            <a:ext cx="2339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7585" y="1803202"/>
            <a:ext cx="2286415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Узнай закономерности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50415" y="2143423"/>
            <a:ext cx="2193585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Приложение построит графики и тенденции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600" y="4201418"/>
            <a:ext cx="7924800" cy="484882"/>
          </a:xfrm>
          <a:prstGeom prst="roundRect">
            <a:avLst>
              <a:gd name="adj" fmla="val 20954"/>
            </a:avLst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4820" y="4328368"/>
            <a:ext cx="821436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Никаких сложных настроек. Никаких долгих анкет.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99529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Календарь настроения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76090"/>
            <a:ext cx="3301901" cy="226161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Каждый день окрашен в цвет настроения</a:t>
            </a:r>
            <a:endParaRPr lang="en-US" sz="14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Фиолетовый — отличное, зелёный — хорошее, серый — нейтральное</a:t>
            </a:r>
            <a:endParaRPr lang="en-US" sz="14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Кликни на день — увидишь подробности</a:t>
            </a:r>
            <a:endParaRPr lang="en-US" sz="14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Нет записи? Добавь за полминуты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65402" y="991939"/>
            <a:ext cx="4063901" cy="3301901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home/z/my-project/screenshots/06_calendar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2352" y="991939"/>
            <a:ext cx="3810000" cy="3301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3360" y="4473029"/>
            <a:ext cx="86360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Наглядно, как погода на месяц — только про твоё состояние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599051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Что входит в дневниковую запись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14251"/>
            <a:ext cx="3682901" cy="1362373"/>
          </a:xfrm>
          <a:prstGeom prst="roundRect">
            <a:avLst>
              <a:gd name="adj" fmla="val 9322"/>
            </a:avLst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2257574"/>
            <a:ext cx="3682901" cy="0"/>
          </a:xfrm>
          <a:prstGeom prst="line">
            <a:avLst/>
          </a:prstGeom>
          <a:noFill/>
          <a:ln w="38100">
            <a:solidFill>
              <a:srgbClr val="9B50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1117402"/>
            <a:ext cx="3997452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750" y="1472952"/>
            <a:ext cx="3800856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Настроение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750" y="1804392"/>
            <a:ext cx="360426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От 1 до 10 с автоматической подписью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70202" y="914251"/>
            <a:ext cx="3682901" cy="1362373"/>
          </a:xfrm>
          <a:prstGeom prst="roundRect">
            <a:avLst>
              <a:gd name="adj" fmla="val 9322"/>
            </a:avLst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470202" y="2257574"/>
            <a:ext cx="3682901" cy="0"/>
          </a:xfrm>
          <a:prstGeom prst="line">
            <a:avLst/>
          </a:prstGeom>
          <a:noFill/>
          <a:ln w="38100">
            <a:solidFill>
              <a:srgbClr val="5EC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3352" y="1117402"/>
            <a:ext cx="3997452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🌙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73352" y="1472952"/>
            <a:ext cx="3997452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Сон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73352" y="1804392"/>
            <a:ext cx="360426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Сколько часов спал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600" y="2454325"/>
            <a:ext cx="3682901" cy="1362373"/>
          </a:xfrm>
          <a:prstGeom prst="roundRect">
            <a:avLst>
              <a:gd name="adj" fmla="val 9322"/>
            </a:avLst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9600" y="3797647"/>
            <a:ext cx="3682901" cy="0"/>
          </a:xfrm>
          <a:prstGeom prst="line">
            <a:avLst/>
          </a:prstGeom>
          <a:noFill/>
          <a:ln w="38100">
            <a:solidFill>
              <a:srgbClr val="E3B2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750" y="2657475"/>
            <a:ext cx="3997452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2750" y="3013025"/>
            <a:ext cx="3800856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Что хорошего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2750" y="3344466"/>
            <a:ext cx="360426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Позитивные моменты дня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70202" y="2454325"/>
            <a:ext cx="3682901" cy="1362373"/>
          </a:xfrm>
          <a:prstGeom prst="roundRect">
            <a:avLst>
              <a:gd name="adj" fmla="val 9322"/>
            </a:avLst>
          </a:prstGeom>
          <a:solidFill>
            <a:srgbClr val="F2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470202" y="3797647"/>
            <a:ext cx="3682901" cy="0"/>
          </a:xfrm>
          <a:prstGeom prst="line">
            <a:avLst/>
          </a:prstGeom>
          <a:noFill/>
          <a:ln w="38100">
            <a:solidFill>
              <a:srgbClr val="88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3352" y="2657475"/>
            <a:ext cx="3997452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73352" y="3013025"/>
            <a:ext cx="3800856" cy="303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Что плохого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73352" y="3344466"/>
            <a:ext cx="360426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Трудности и неприятности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3360" y="4473029"/>
            <a:ext cx="86360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Необязательно заполнять всё — даже одна оценка настроения уже полезна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717519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Аналитика, которая говорит сама за себя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149251"/>
            <a:ext cx="4063901" cy="3301901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home/z/my-project/screenshots/08_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50" y="1149251"/>
            <a:ext cx="3810000" cy="3301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27402" y="1543199"/>
            <a:ext cx="3301901" cy="26650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График настроения — за неделю, месяц или год</a:t>
            </a:r>
            <a:endParaRPr lang="en-US" sz="1300" dirty="0"/>
          </a:p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Среднее настроение — растёт или падает</a:t>
            </a:r>
            <a:endParaRPr lang="en-US" sz="1300" dirty="0"/>
          </a:p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Серия дней — сколько дней подряд</a:t>
            </a:r>
            <a:endParaRPr lang="en-US" sz="1300" dirty="0"/>
          </a:p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Рекорд серии — личный лучший</a:t>
            </a:r>
            <a:endParaRPr lang="en-US" sz="1300" dirty="0"/>
          </a:p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Средний сон — связь сна и настроения</a:t>
            </a:r>
            <a:endParaRPr lang="en-US" sz="1300" dirty="0"/>
          </a:p>
          <a:p>
            <a:pPr algn="l" marL="101600" indent="-1016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Распределение эмоций — что преобладает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pt-workspace/bg-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7078" y="1361033"/>
            <a:ext cx="8636000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Цифры и графики превращают ощущения в понимание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267200" y="1818233"/>
            <a:ext cx="609600" cy="3810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39850" y="2161133"/>
            <a:ext cx="2286000" cy="1621334"/>
          </a:xfrm>
          <a:prstGeom prst="roundRect">
            <a:avLst>
              <a:gd name="adj" fmla="val 783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44766" y="2475458"/>
            <a:ext cx="2676168" cy="548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30 сек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55036" y="3084909"/>
            <a:ext cx="2255627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Время на запись дня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79699" y="3442841"/>
            <a:ext cx="406301" cy="25301"/>
          </a:xfrm>
          <a:prstGeom prst="roundRect">
            <a:avLst>
              <a:gd name="adj" fmla="val 50196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429000" y="2161133"/>
            <a:ext cx="2286000" cy="1621334"/>
          </a:xfrm>
          <a:prstGeom prst="roundRect">
            <a:avLst>
              <a:gd name="adj" fmla="val 783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233916" y="2475458"/>
            <a:ext cx="2676168" cy="548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7 дней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444186" y="3084909"/>
            <a:ext cx="2255627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График за неделю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68850" y="3442841"/>
            <a:ext cx="406301" cy="25301"/>
          </a:xfrm>
          <a:prstGeom prst="roundRect">
            <a:avLst>
              <a:gd name="adj" fmla="val 50196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918150" y="2161133"/>
            <a:ext cx="2286000" cy="1621334"/>
          </a:xfrm>
          <a:prstGeom prst="roundRect">
            <a:avLst>
              <a:gd name="adj" fmla="val 783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23066" y="2475458"/>
            <a:ext cx="2676168" cy="548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5EC4D4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12 мес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5875990" y="3084909"/>
            <a:ext cx="237032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Тренды за год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3442841"/>
            <a:ext cx="406301" cy="25301"/>
          </a:xfrm>
          <a:prstGeom prst="roundRect">
            <a:avLst>
              <a:gd name="adj" fmla="val 50196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533176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Серия дней — твоя мотивация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610618"/>
            <a:ext cx="3682901" cy="1894433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19050">
            <a:solidFill>
              <a:srgbClr val="E2E1ED"/>
            </a:solidFill>
          </a:ln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7481" y="1934468"/>
            <a:ext cx="3827139" cy="548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spcAft>
                <a:spcPts val="40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🔥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90426" y="2493169"/>
            <a:ext cx="3921249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9B50F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Текущая серия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25701" y="2950220"/>
            <a:ext cx="3450699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Сколько дней подряд ведёшь дневник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95651" y="1610618"/>
            <a:ext cx="3682901" cy="1894433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19050">
            <a:solidFill>
              <a:srgbClr val="E2E1ED"/>
            </a:solidFill>
          </a:ln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23532" y="1934468"/>
            <a:ext cx="3827139" cy="548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spcAft>
                <a:spcPts val="40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🏆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76477" y="2493169"/>
            <a:ext cx="3921249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3B27D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Рекорд серии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1752" y="2950220"/>
            <a:ext cx="3450699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Твой личный лучший результат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3708202"/>
            <a:ext cx="7924800" cy="535781"/>
          </a:xfrm>
          <a:prstGeom prst="roundRect">
            <a:avLst>
              <a:gd name="adj" fmla="val 18963"/>
            </a:avLst>
          </a:prstGeom>
          <a:solidFill>
            <a:srgbClr val="E2E1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4820" y="3860602"/>
            <a:ext cx="821436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Как в спорте — хочется побить свой рекорд и не прервать серию!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1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85344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Твои данные — только твои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31652"/>
            <a:ext cx="507950" cy="3810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072902"/>
            <a:ext cx="7924800" cy="730002"/>
          </a:xfrm>
          <a:prstGeom prst="roundRect">
            <a:avLst>
              <a:gd name="adj" fmla="val 1391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7725" y="12601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79587" y="1355378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5675" y="1294954"/>
            <a:ext cx="2831827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Надёжная защита пароля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1955304"/>
            <a:ext cx="7924800" cy="730002"/>
          </a:xfrm>
          <a:prstGeom prst="roundRect">
            <a:avLst>
              <a:gd name="adj" fmla="val 1391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214253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79587" y="2237780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5675" y="2177355"/>
            <a:ext cx="6514877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Данные хранятся защищённо и не передаются третьим лицам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837706"/>
            <a:ext cx="7924800" cy="730002"/>
          </a:xfrm>
          <a:prstGeom prst="roundRect">
            <a:avLst>
              <a:gd name="adj" fmla="val 1391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7725" y="302493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9587" y="3120182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55675" y="3059757"/>
            <a:ext cx="5940579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Никакой рекламы, никаких подписок, никакого слежения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720108"/>
            <a:ext cx="7924800" cy="730002"/>
          </a:xfrm>
          <a:prstGeom prst="roundRect">
            <a:avLst>
              <a:gd name="adj" fmla="val 1391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47725" y="390733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79587" y="4002584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55675" y="3942159"/>
            <a:ext cx="5605299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Полная анонимность — нужен только логин и пароль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542441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Работает на любом устройстве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14251"/>
            <a:ext cx="2387501" cy="1485751"/>
          </a:xfrm>
          <a:prstGeom prst="roundRect">
            <a:avLst>
              <a:gd name="adj" fmla="val 85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3412" y="914251"/>
            <a:ext cx="0" cy="1485751"/>
          </a:xfrm>
          <a:prstGeom prst="line">
            <a:avLst/>
          </a:prstGeom>
          <a:noFill/>
          <a:ln w="47625">
            <a:solidFill>
              <a:srgbClr val="9B50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7255" y="1117402"/>
            <a:ext cx="2579816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7255" y="1523851"/>
            <a:ext cx="257981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Телефон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5314" y="1805732"/>
            <a:ext cx="208369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Удобный мобильный интерфейс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74802" y="914251"/>
            <a:ext cx="2387501" cy="1485751"/>
          </a:xfrm>
          <a:prstGeom prst="roundRect">
            <a:avLst>
              <a:gd name="adj" fmla="val 85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98614" y="914251"/>
            <a:ext cx="0" cy="1485751"/>
          </a:xfrm>
          <a:prstGeom prst="line">
            <a:avLst/>
          </a:prstGeom>
          <a:noFill/>
          <a:ln w="47625">
            <a:solidFill>
              <a:srgbClr val="E3B2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2456" y="1117402"/>
            <a:ext cx="2579816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💻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102456" y="1523851"/>
            <a:ext cx="257981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Компьютер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0515" y="1805732"/>
            <a:ext cx="208369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Расширенный вид с графиками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40003" y="914251"/>
            <a:ext cx="2387501" cy="1485751"/>
          </a:xfrm>
          <a:prstGeom prst="roundRect">
            <a:avLst>
              <a:gd name="adj" fmla="val 85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763816" y="914251"/>
            <a:ext cx="0" cy="1485751"/>
          </a:xfrm>
          <a:prstGeom prst="line">
            <a:avLst/>
          </a:prstGeom>
          <a:noFill/>
          <a:ln w="47625">
            <a:solidFill>
              <a:srgbClr val="5EC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7658" y="1117402"/>
            <a:ext cx="2579816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67658" y="1523851"/>
            <a:ext cx="257981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Браузер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86726" y="1805732"/>
            <a:ext cx="234168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Ничего не нужно скачивать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2577703"/>
            <a:ext cx="2387501" cy="1290191"/>
          </a:xfrm>
          <a:prstGeom prst="roundRect">
            <a:avLst>
              <a:gd name="adj" fmla="val 9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33412" y="2577703"/>
            <a:ext cx="0" cy="1290191"/>
          </a:xfrm>
          <a:prstGeom prst="line">
            <a:avLst/>
          </a:prstGeom>
          <a:noFill/>
          <a:ln w="47625">
            <a:solidFill>
              <a:srgbClr val="9B50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255" y="2780854"/>
            <a:ext cx="2579816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🔄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96789" y="3187303"/>
            <a:ext cx="246074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Автосохранение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6323" y="3469184"/>
            <a:ext cx="234168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Данные не пропадут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74802" y="2577703"/>
            <a:ext cx="2387501" cy="1290191"/>
          </a:xfrm>
          <a:prstGeom prst="roundRect">
            <a:avLst>
              <a:gd name="adj" fmla="val 9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198614" y="2577703"/>
            <a:ext cx="0" cy="1290191"/>
          </a:xfrm>
          <a:prstGeom prst="line">
            <a:avLst/>
          </a:prstGeom>
          <a:noFill/>
          <a:ln w="47625">
            <a:solidFill>
              <a:srgbClr val="E3B2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2456" y="2780854"/>
            <a:ext cx="2579816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102456" y="3187303"/>
            <a:ext cx="257981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Графики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21525" y="3469184"/>
            <a:ext cx="234168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Наглядная аналитика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40003" y="2577703"/>
            <a:ext cx="2387501" cy="1290191"/>
          </a:xfrm>
          <a:prstGeom prst="roundRect">
            <a:avLst>
              <a:gd name="adj" fmla="val 9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763816" y="2577703"/>
            <a:ext cx="0" cy="1290191"/>
          </a:xfrm>
          <a:prstGeom prst="line">
            <a:avLst/>
          </a:prstGeom>
          <a:noFill/>
          <a:ln w="47625">
            <a:solidFill>
              <a:srgbClr val="5EC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7658" y="2780854"/>
            <a:ext cx="2579816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🔒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727192" y="3187303"/>
            <a:ext cx="246074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Безопасность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27192" y="3469184"/>
            <a:ext cx="2460748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Защита данных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69205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Кому нужен MoodLog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735038"/>
            <a:ext cx="2387501" cy="1927324"/>
          </a:xfrm>
          <a:prstGeom prst="roundRect">
            <a:avLst>
              <a:gd name="adj" fmla="val 65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4000" y="1988939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46188" y="2141190"/>
            <a:ext cx="408623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8111" y="2674590"/>
            <a:ext cx="2050331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Разобраться в себе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6498" y="2981920"/>
            <a:ext cx="213370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Понять, что влияет на настроение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4802" y="1735038"/>
            <a:ext cx="2387501" cy="1927324"/>
          </a:xfrm>
          <a:prstGeom prst="roundRect">
            <a:avLst>
              <a:gd name="adj" fmla="val 65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89202" y="1988939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11389" y="2141190"/>
            <a:ext cx="408623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😴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16499" y="2674590"/>
            <a:ext cx="170410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Следит за сном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01700" y="2981920"/>
            <a:ext cx="213370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Увидеть связь сна и состояния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40003" y="1735038"/>
            <a:ext cx="2387501" cy="1927324"/>
          </a:xfrm>
          <a:prstGeom prst="roundRect">
            <a:avLst>
              <a:gd name="adj" fmla="val 65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54403" y="1988939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76591" y="2141190"/>
            <a:ext cx="408623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24759" y="2674590"/>
            <a:ext cx="181798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Любит аналитику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66901" y="2981920"/>
            <a:ext cx="2133704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Графики, тренды, статистика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11F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13562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Что будет дальше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46027"/>
            <a:ext cx="50750" cy="457200"/>
          </a:xfrm>
          <a:prstGeom prst="roundRect">
            <a:avLst>
              <a:gd name="adj" fmla="val 50049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520726"/>
            <a:ext cx="8331250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Многоязычность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50" y="1843236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Приложение на разных языках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2293739"/>
            <a:ext cx="50750" cy="457200"/>
          </a:xfrm>
          <a:prstGeom prst="roundRect">
            <a:avLst>
              <a:gd name="adj" fmla="val 50049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2750" y="2268438"/>
            <a:ext cx="8331250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Светлая тема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750" y="2590949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Выбирай удобный дизайн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3041452"/>
            <a:ext cx="50750" cy="457200"/>
          </a:xfrm>
          <a:prstGeom prst="roundRect">
            <a:avLst>
              <a:gd name="adj" fmla="val 50049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3016151"/>
            <a:ext cx="8331250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Мобильное приложение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750" y="3338661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Ещё удобнее с телефона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" y="3789164"/>
            <a:ext cx="50750" cy="457200"/>
          </a:xfrm>
          <a:prstGeom prst="roundRect">
            <a:avLst>
              <a:gd name="adj" fmla="val 50049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2750" y="3763863"/>
            <a:ext cx="8331250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2D2B55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Напоминания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750" y="4086374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55380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Не забудь сделать запись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ppt-workspace/bg-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495800" y="78194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188244"/>
            <a:ext cx="8595360" cy="526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MoodLog — начни понимать себя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267200" y="1929854"/>
            <a:ext cx="609600" cy="38100"/>
          </a:xfrm>
          <a:prstGeom prst="rect">
            <a:avLst/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58741" y="232663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461891" y="2221855"/>
            <a:ext cx="2859399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FBED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Просто — 30 секунд в день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957215" y="273933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3B2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160365" y="2634555"/>
            <a:ext cx="357117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FBED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Наглядно — графики и календарь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932361" y="315203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5EC4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135511" y="3047256"/>
            <a:ext cx="3383741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FBED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Безопасно — данные под защитой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994124" y="356473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9B5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197275" y="3459956"/>
            <a:ext cx="3484069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FBED6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Доступно — работает в браузере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023028" y="3999607"/>
            <a:ext cx="5097795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2000"/>
              </a:spcBef>
              <a:spcAft>
                <a:spcPts val="1300"/>
              </a:spcAft>
              <a:buNone/>
            </a:pPr>
            <a:r>
              <a:rPr lang="en-US" sz="1300" i="1" dirty="0">
                <a:solidFill>
                  <a:srgbClr val="8886AB"/>
                </a:solidFill>
                <a:latin typeface="Candara" pitchFamily="34" charset="0"/>
                <a:ea typeface="Candara" pitchFamily="34" charset="-122"/>
                <a:cs typeface="Candara" pitchFamily="34" charset="-120"/>
              </a:rPr>
              <a:t>Понимание своих эмоций — первый шаг к управлению ими.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MoodLog — твой личный дневник настроения</dc:title>
  <dc:subject>PptxGenJS Presentation</dc:subject>
  <dc:creator>MoodLog</dc:creator>
  <cp:lastModifiedBy>MoodLog</cp:lastModifiedBy>
  <cp:revision>1</cp:revision>
  <dcterms:created xsi:type="dcterms:W3CDTF">2026-05-25T07:40:25Z</dcterms:created>
  <dcterms:modified xsi:type="dcterms:W3CDTF">2026-05-25T07:40:25Z</dcterms:modified>
</cp:coreProperties>
</file>